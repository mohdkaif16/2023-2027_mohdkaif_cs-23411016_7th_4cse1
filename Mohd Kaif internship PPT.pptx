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1288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14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/home/claude/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62179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691640" y="9326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685800" y="24688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Full Stack Development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85800" y="3154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Project — Internship Report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713232" y="3977640"/>
            <a:ext cx="219456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434340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13232" y="4581144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Mohd Kaif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108192" y="434340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108192" y="4581144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CS-23411016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13232" y="500176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13232" y="523951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— Year 4 - Semester 7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108192" y="500176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ORGANIZATION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108192" y="523951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Academy (AICTE)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Python Full Stack Development Internship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0F2FA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76479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.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1880006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0992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Introduction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202082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snapshot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0F2FA"/>
          </a:solidFill>
          <a:ln/>
        </p:spPr>
      </p:sp>
      <p:sp>
        <p:nvSpPr>
          <p:cNvPr id="10" name="Shape 7"/>
          <p:cNvSpPr/>
          <p:nvPr/>
        </p:nvSpPr>
        <p:spPr>
          <a:xfrm>
            <a:off x="6382512" y="176479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./icons/briefc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7726" y="1880006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70992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Organization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040880" y="202082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AICTE–EduSkills program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269748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0F2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04672" y="286207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./icons/z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2977286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280720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Objectives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63040" y="311810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What the internship aimed to build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269748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0F2FA"/>
          </a:solidFill>
          <a:ln/>
        </p:spPr>
      </p:sp>
      <p:sp>
        <p:nvSpPr>
          <p:cNvPr id="20" name="Shape 15"/>
          <p:cNvSpPr/>
          <p:nvPr/>
        </p:nvSpPr>
        <p:spPr>
          <a:xfrm>
            <a:off x="6382512" y="286207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./icons/c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7726" y="2977286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280720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Tech Stack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040880" y="311810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used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0080" y="379476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0F2FA"/>
          </a:solidFill>
          <a:ln/>
        </p:spPr>
      </p:sp>
      <p:sp>
        <p:nvSpPr>
          <p:cNvPr id="25" name="Shape 19"/>
          <p:cNvSpPr/>
          <p:nvPr/>
        </p:nvSpPr>
        <p:spPr>
          <a:xfrm>
            <a:off x="804672" y="395935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./icons/lay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9886" y="4074566"/>
            <a:ext cx="281635" cy="28163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390448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 Architecture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463040" y="421538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is structured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217920" y="379476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0F2FA"/>
          </a:solidFill>
          <a:ln/>
        </p:spPr>
      </p:sp>
      <p:sp>
        <p:nvSpPr>
          <p:cNvPr id="30" name="Shape 23"/>
          <p:cNvSpPr/>
          <p:nvPr/>
        </p:nvSpPr>
        <p:spPr>
          <a:xfrm>
            <a:off x="6382512" y="395935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./icons/databa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7726" y="4074566"/>
            <a:ext cx="281635" cy="28163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40880" y="390448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 ER Diagram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040880" y="421538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&amp; relationships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640080" y="489204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0F2FA"/>
          </a:solidFill>
          <a:ln/>
        </p:spPr>
      </p:sp>
      <p:sp>
        <p:nvSpPr>
          <p:cNvPr id="35" name="Shape 27"/>
          <p:cNvSpPr/>
          <p:nvPr/>
        </p:nvSpPr>
        <p:spPr>
          <a:xfrm>
            <a:off x="804672" y="505663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6" descr="./icons/calenda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9886" y="5171846"/>
            <a:ext cx="281635" cy="28163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463040" y="500176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 Timeline</a:t>
            </a:r>
            <a:endParaRPr lang="en-US" sz="1500" dirty="0"/>
          </a:p>
        </p:txBody>
      </p:sp>
      <p:sp>
        <p:nvSpPr>
          <p:cNvPr id="38" name="Text 29"/>
          <p:cNvSpPr/>
          <p:nvPr/>
        </p:nvSpPr>
        <p:spPr>
          <a:xfrm>
            <a:off x="1463040" y="531266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8-week training breakdown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6217920" y="489204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0F2FA"/>
          </a:solidFill>
          <a:ln/>
        </p:spPr>
      </p:sp>
      <p:sp>
        <p:nvSpPr>
          <p:cNvPr id="40" name="Shape 31"/>
          <p:cNvSpPr/>
          <p:nvPr/>
        </p:nvSpPr>
        <p:spPr>
          <a:xfrm>
            <a:off x="6382512" y="505663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1" name="Image 7" descr="./icons/ca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7726" y="5171846"/>
            <a:ext cx="281635" cy="281635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040880" y="500176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 Capstone Project</a:t>
            </a:r>
            <a:endParaRPr lang="en-US" sz="1500" dirty="0"/>
          </a:p>
        </p:txBody>
      </p:sp>
      <p:sp>
        <p:nvSpPr>
          <p:cNvPr id="43" name="Text 33"/>
          <p:cNvSpPr/>
          <p:nvPr/>
        </p:nvSpPr>
        <p:spPr>
          <a:xfrm>
            <a:off x="7040880" y="531266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platform build</a:t>
            </a:r>
            <a:endParaRPr lang="en-US" sz="1200" dirty="0"/>
          </a:p>
        </p:txBody>
      </p:sp>
      <p:sp>
        <p:nvSpPr>
          <p:cNvPr id="44" name="Shape 34"/>
          <p:cNvSpPr/>
          <p:nvPr/>
        </p:nvSpPr>
        <p:spPr>
          <a:xfrm>
            <a:off x="640080" y="598932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0F2FA"/>
          </a:solidFill>
          <a:ln/>
        </p:spPr>
      </p:sp>
      <p:sp>
        <p:nvSpPr>
          <p:cNvPr id="45" name="Shape 35"/>
          <p:cNvSpPr/>
          <p:nvPr/>
        </p:nvSpPr>
        <p:spPr>
          <a:xfrm>
            <a:off x="804672" y="615391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6" name="Image 8" descr="./icons/boo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9886" y="6269126"/>
            <a:ext cx="281635" cy="281635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1463040" y="609904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  Outcomes</a:t>
            </a:r>
            <a:endParaRPr lang="en-US" sz="1500" dirty="0"/>
          </a:p>
        </p:txBody>
      </p:sp>
      <p:sp>
        <p:nvSpPr>
          <p:cNvPr id="48" name="Text 37"/>
          <p:cNvSpPr/>
          <p:nvPr/>
        </p:nvSpPr>
        <p:spPr>
          <a:xfrm>
            <a:off x="1463040" y="640994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</a:t>
            </a:r>
            <a:endParaRPr lang="en-US" sz="1200" dirty="0"/>
          </a:p>
        </p:txBody>
      </p:sp>
      <p:sp>
        <p:nvSpPr>
          <p:cNvPr id="49" name="Shape 38"/>
          <p:cNvSpPr/>
          <p:nvPr/>
        </p:nvSpPr>
        <p:spPr>
          <a:xfrm>
            <a:off x="6217920" y="598932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0F2FA"/>
          </a:solidFill>
          <a:ln/>
        </p:spPr>
      </p:sp>
      <p:sp>
        <p:nvSpPr>
          <p:cNvPr id="50" name="Shape 39"/>
          <p:cNvSpPr/>
          <p:nvPr/>
        </p:nvSpPr>
        <p:spPr>
          <a:xfrm>
            <a:off x="6382512" y="615391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1" name="Image 9" descr="./icons/awar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7726" y="6269126"/>
            <a:ext cx="281635" cy="281635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7040880" y="609904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  Certification</a:t>
            </a:r>
            <a:endParaRPr lang="en-US" sz="1500" dirty="0"/>
          </a:p>
        </p:txBody>
      </p:sp>
      <p:sp>
        <p:nvSpPr>
          <p:cNvPr id="53" name="Text 41"/>
          <p:cNvSpPr/>
          <p:nvPr/>
        </p:nvSpPr>
        <p:spPr>
          <a:xfrm>
            <a:off x="7040880" y="640994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&amp; offer letter</a:t>
            </a:r>
            <a:endParaRPr lang="en-US" sz="1200" dirty="0"/>
          </a:p>
        </p:txBody>
      </p:sp>
      <p:sp>
        <p:nvSpPr>
          <p:cNvPr id="54" name="Text 4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Python Full Stack Development Internship</a:t>
            </a:r>
            <a:endParaRPr lang="en-US" sz="1100" dirty="0"/>
          </a:p>
        </p:txBody>
      </p:sp>
      <p:sp>
        <p:nvSpPr>
          <p:cNvPr id="55" name="Text 4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PROGRAM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 Organization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114800" cy="4206240"/>
          </a:xfrm>
          <a:prstGeom prst="roundRect">
            <a:avLst>
              <a:gd name="adj" fmla="val 2222"/>
            </a:avLst>
          </a:prstGeom>
          <a:solidFill>
            <a:srgbClr val="141A35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116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./icons/brief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25" y="216598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803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EduSkills Academy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33375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AICTE-recognized virtual internship provider partnering universities with industry-grade </a:t>
            </a:r>
            <a:r>
              <a:rPr lang="en-US" sz="1400" dirty="0">
                <a:solidFill>
                  <a:srgbClr val="C7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curricula</a:t>
            </a:r>
            <a:r>
              <a:rPr lang="en-US" sz="1150" dirty="0">
                <a:solidFill>
                  <a:srgbClr val="C7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14400" y="4434840"/>
            <a:ext cx="3291840" cy="0"/>
          </a:xfrm>
          <a:prstGeom prst="line">
            <a:avLst/>
          </a:prstGeom>
          <a:noFill/>
          <a:ln w="12700">
            <a:solidFill>
              <a:srgbClr val="2E36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5720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914400" y="519379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950" dirty="0"/>
          </a:p>
          <a:p>
            <a:pPr marL="0" indent="0">
              <a:buNone/>
            </a:pPr>
            <a:r>
              <a:rPr lang="en-US" sz="950" b="1" kern="0" spc="1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651760" y="4572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Apr–Jun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651760" y="51937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950" dirty="0"/>
          </a:p>
          <a:p>
            <a:pPr marL="0" indent="0">
              <a:buNone/>
            </a:pPr>
            <a:r>
              <a:rPr lang="en-US" sz="950" b="1" kern="0" spc="1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166360" y="179222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0" y="166420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AICTE–EduSkills Virtual Internship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5486400" y="1993392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remote 8-week program recognized under the AICTE internship initiative for engineering students.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166360" y="284378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0" y="271576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Duration: April – June 2026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5486400" y="3044952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in weekly modules combining self-paced learning, live mentoring sessions, and hands-on assignments.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166360" y="389534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0" y="376732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Industry-Oriented Training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5486400" y="4096512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designed around real-world, full-stack development practices used in modern software teams.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Python Full Stack Development Internship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INTERNSHIP SET OUT TO 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42032" cy="3977640"/>
          </a:xfrm>
          <a:prstGeom prst="roundRect">
            <a:avLst>
              <a:gd name="adj" fmla="val 3597"/>
            </a:avLst>
          </a:prstGeom>
          <a:solidFill>
            <a:srgbClr val="141A35"/>
          </a:solidFill>
          <a:ln/>
        </p:spPr>
      </p:sp>
      <p:sp>
        <p:nvSpPr>
          <p:cNvPr id="5" name="Shape 3"/>
          <p:cNvSpPr/>
          <p:nvPr/>
        </p:nvSpPr>
        <p:spPr>
          <a:xfrm>
            <a:off x="1522476" y="205740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./icons/pyth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786" y="225171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947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3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3108960"/>
            <a:ext cx="21396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Core Technologies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1248" y="3840480"/>
            <a:ext cx="213969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strong command over Python, FastAPI, and React through structured, hands-on modules.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438144" y="1691640"/>
            <a:ext cx="2542032" cy="3977640"/>
          </a:xfrm>
          <a:prstGeom prst="roundRect">
            <a:avLst>
              <a:gd name="adj" fmla="val 3597"/>
            </a:avLst>
          </a:prstGeom>
          <a:solidFill>
            <a:srgbClr val="F0F2FA"/>
          </a:solidFill>
          <a:ln/>
        </p:spPr>
      </p:sp>
      <p:sp>
        <p:nvSpPr>
          <p:cNvPr id="11" name="Shape 8"/>
          <p:cNvSpPr/>
          <p:nvPr/>
        </p:nvSpPr>
        <p:spPr>
          <a:xfrm>
            <a:off x="4320540" y="20574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./icons/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4850" y="2251710"/>
            <a:ext cx="388620" cy="3886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1024" y="1947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B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396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REST APIs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39312" y="3840480"/>
            <a:ext cx="213969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clean, well-documented REST APIs following industry best practices.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236208" y="1691640"/>
            <a:ext cx="2542032" cy="3977640"/>
          </a:xfrm>
          <a:prstGeom prst="roundRect">
            <a:avLst>
              <a:gd name="adj" fmla="val 3597"/>
            </a:avLst>
          </a:prstGeom>
          <a:solidFill>
            <a:srgbClr val="141A35"/>
          </a:solidFill>
          <a:ln/>
        </p:spPr>
      </p:sp>
      <p:sp>
        <p:nvSpPr>
          <p:cNvPr id="17" name="Shape 13"/>
          <p:cNvSpPr/>
          <p:nvPr/>
        </p:nvSpPr>
        <p:spPr>
          <a:xfrm>
            <a:off x="7118604" y="205740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.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2914" y="2251710"/>
            <a:ext cx="388620" cy="3886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19088" y="1947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3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37376" y="3108960"/>
            <a:ext cx="21396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 SQLAlchemy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437376" y="3840480"/>
            <a:ext cx="213969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and connect relational data using SQLAlchemy ORM for reliable persistence.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9034272" y="1691640"/>
            <a:ext cx="2542032" cy="3977640"/>
          </a:xfrm>
          <a:prstGeom prst="roundRect">
            <a:avLst>
              <a:gd name="adj" fmla="val 3597"/>
            </a:avLst>
          </a:prstGeom>
          <a:solidFill>
            <a:srgbClr val="F0F2FA"/>
          </a:solidFill>
          <a:ln/>
        </p:spPr>
      </p:sp>
      <p:sp>
        <p:nvSpPr>
          <p:cNvPr id="23" name="Shape 18"/>
          <p:cNvSpPr/>
          <p:nvPr/>
        </p:nvSpPr>
        <p:spPr>
          <a:xfrm>
            <a:off x="9916668" y="20574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./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0978" y="2251710"/>
            <a:ext cx="388620" cy="3886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17152" y="1947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B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235440" y="3108960"/>
            <a:ext cx="21396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 a Full-Stack App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235440" y="3840480"/>
            <a:ext cx="213969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Combine frontend, backend, and database layers into one deployable, working application.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Python Full Stack Development Internship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3977640"/>
          </a:xfrm>
          <a:prstGeom prst="roundRect">
            <a:avLst>
              <a:gd name="adj" fmla="val 3509"/>
            </a:avLst>
          </a:prstGeom>
          <a:solidFill>
            <a:srgbClr val="F0F2F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9164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47672"/>
            <a:ext cx="2606040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373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13916" y="2331720"/>
            <a:ext cx="658368" cy="658368"/>
          </a:xfrm>
          <a:prstGeom prst="ellipse">
            <a:avLst/>
          </a:prstGeom>
          <a:solidFill>
            <a:srgbClr val="141A35"/>
          </a:solidFill>
          <a:ln/>
        </p:spPr>
      </p:sp>
      <p:pic>
        <p:nvPicPr>
          <p:cNvPr id="9" name="Image 0" descr="./icons/pyth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049" y="2479853"/>
            <a:ext cx="362102" cy="3621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30449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613916" y="3931920"/>
            <a:ext cx="658368" cy="658368"/>
          </a:xfrm>
          <a:prstGeom prst="ellipse">
            <a:avLst/>
          </a:prstGeom>
          <a:solidFill>
            <a:srgbClr val="141A35"/>
          </a:solidFill>
          <a:ln/>
        </p:spPr>
      </p:sp>
      <p:pic>
        <p:nvPicPr>
          <p:cNvPr id="12" name="Image 1" descr="./icons/fasta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2049" y="4080053"/>
            <a:ext cx="362102" cy="3621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0080" y="46451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493008" y="1691640"/>
            <a:ext cx="2606040" cy="3977640"/>
          </a:xfrm>
          <a:prstGeom prst="roundRect">
            <a:avLst>
              <a:gd name="adj" fmla="val 3509"/>
            </a:avLst>
          </a:prstGeom>
          <a:solidFill>
            <a:srgbClr val="F0F2FA"/>
          </a:solidFill>
          <a:ln/>
        </p:spPr>
      </p:sp>
      <p:sp>
        <p:nvSpPr>
          <p:cNvPr id="15" name="Shape 11"/>
          <p:cNvSpPr/>
          <p:nvPr/>
        </p:nvSpPr>
        <p:spPr>
          <a:xfrm>
            <a:off x="3493008" y="169164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16" name="Shape 12"/>
          <p:cNvSpPr/>
          <p:nvPr/>
        </p:nvSpPr>
        <p:spPr>
          <a:xfrm>
            <a:off x="3493008" y="1947672"/>
            <a:ext cx="2606040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3"/>
          <p:cNvSpPr/>
          <p:nvPr/>
        </p:nvSpPr>
        <p:spPr>
          <a:xfrm>
            <a:off x="3493008" y="17373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466844" y="2331720"/>
            <a:ext cx="658368" cy="658368"/>
          </a:xfrm>
          <a:prstGeom prst="ellipse">
            <a:avLst/>
          </a:prstGeom>
          <a:solidFill>
            <a:srgbClr val="141A35"/>
          </a:solidFill>
          <a:ln/>
        </p:spPr>
      </p:sp>
      <p:pic>
        <p:nvPicPr>
          <p:cNvPr id="19" name="Image 2" descr="./icons/re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4977" y="2479853"/>
            <a:ext cx="362102" cy="36210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493008" y="30449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345936" y="1691640"/>
            <a:ext cx="2606040" cy="3977640"/>
          </a:xfrm>
          <a:prstGeom prst="roundRect">
            <a:avLst>
              <a:gd name="adj" fmla="val 3509"/>
            </a:avLst>
          </a:prstGeom>
          <a:solidFill>
            <a:srgbClr val="F0F2FA"/>
          </a:solidFill>
          <a:ln/>
        </p:spPr>
      </p:sp>
      <p:sp>
        <p:nvSpPr>
          <p:cNvPr id="22" name="Shape 17"/>
          <p:cNvSpPr/>
          <p:nvPr/>
        </p:nvSpPr>
        <p:spPr>
          <a:xfrm>
            <a:off x="6345936" y="169164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23" name="Shape 18"/>
          <p:cNvSpPr/>
          <p:nvPr/>
        </p:nvSpPr>
        <p:spPr>
          <a:xfrm>
            <a:off x="6345936" y="1947672"/>
            <a:ext cx="2606040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19"/>
          <p:cNvSpPr/>
          <p:nvPr/>
        </p:nvSpPr>
        <p:spPr>
          <a:xfrm>
            <a:off x="6345936" y="17373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7319772" y="2331720"/>
            <a:ext cx="658368" cy="658368"/>
          </a:xfrm>
          <a:prstGeom prst="ellipse">
            <a:avLst/>
          </a:prstGeom>
          <a:solidFill>
            <a:srgbClr val="141A35"/>
          </a:solidFill>
          <a:ln/>
        </p:spPr>
      </p:sp>
      <p:pic>
        <p:nvPicPr>
          <p:cNvPr id="26" name="Image 3" descr="./icons/sqlalchem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7905" y="2479853"/>
            <a:ext cx="362102" cy="36210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345936" y="30449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9198864" y="1691640"/>
            <a:ext cx="2606040" cy="3977640"/>
          </a:xfrm>
          <a:prstGeom prst="roundRect">
            <a:avLst>
              <a:gd name="adj" fmla="val 3509"/>
            </a:avLst>
          </a:prstGeom>
          <a:solidFill>
            <a:srgbClr val="F0F2FA"/>
          </a:solidFill>
          <a:ln/>
        </p:spPr>
      </p:sp>
      <p:sp>
        <p:nvSpPr>
          <p:cNvPr id="29" name="Shape 23"/>
          <p:cNvSpPr/>
          <p:nvPr/>
        </p:nvSpPr>
        <p:spPr>
          <a:xfrm>
            <a:off x="9198864" y="169164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30" name="Shape 24"/>
          <p:cNvSpPr/>
          <p:nvPr/>
        </p:nvSpPr>
        <p:spPr>
          <a:xfrm>
            <a:off x="9198864" y="1947672"/>
            <a:ext cx="2606040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5"/>
          <p:cNvSpPr/>
          <p:nvPr/>
        </p:nvSpPr>
        <p:spPr>
          <a:xfrm>
            <a:off x="9198864" y="17373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10172700" y="2331720"/>
            <a:ext cx="658368" cy="658368"/>
          </a:xfrm>
          <a:prstGeom prst="ellipse">
            <a:avLst/>
          </a:prstGeom>
          <a:solidFill>
            <a:srgbClr val="141A35"/>
          </a:solidFill>
          <a:ln/>
        </p:spPr>
      </p:sp>
      <p:pic>
        <p:nvPicPr>
          <p:cNvPr id="33" name="Image 4" descr="./icons/dock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0833" y="2479853"/>
            <a:ext cx="362102" cy="36210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198864" y="30449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10172700" y="3931920"/>
            <a:ext cx="658368" cy="658368"/>
          </a:xfrm>
          <a:prstGeom prst="ellipse">
            <a:avLst/>
          </a:prstGeom>
          <a:solidFill>
            <a:srgbClr val="141A35"/>
          </a:solidFill>
          <a:ln/>
        </p:spPr>
      </p:sp>
      <p:pic>
        <p:nvPicPr>
          <p:cNvPr id="36" name="Image 5" descr="./icons/githu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20833" y="4080053"/>
            <a:ext cx="362102" cy="36210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198864" y="46451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Python Full Stack Development Internship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IS STRUCTURED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three-tier architecture separates presentation, business logic, and data — each layer independently scalable and testable.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2834640" cy="2651760"/>
          </a:xfrm>
          <a:prstGeom prst="roundRect">
            <a:avLst>
              <a:gd name="adj" fmla="val 3448"/>
            </a:avLst>
          </a:prstGeom>
          <a:solidFill>
            <a:srgbClr val="F0F2FA"/>
          </a:solidFill>
          <a:ln/>
        </p:spPr>
      </p:sp>
      <p:sp>
        <p:nvSpPr>
          <p:cNvPr id="6" name="Shape 4"/>
          <p:cNvSpPr/>
          <p:nvPr/>
        </p:nvSpPr>
        <p:spPr>
          <a:xfrm>
            <a:off x="1805940" y="26060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./icons/re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0" y="2800350"/>
            <a:ext cx="388620" cy="3886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566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38221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05840" y="427939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&amp; client-side state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80560" y="2286000"/>
            <a:ext cx="2834640" cy="2651760"/>
          </a:xfrm>
          <a:prstGeom prst="roundRect">
            <a:avLst>
              <a:gd name="adj" fmla="val 3448"/>
            </a:avLst>
          </a:prstGeom>
          <a:solidFill>
            <a:srgbClr val="141A35"/>
          </a:solidFill>
          <a:ln/>
        </p:spPr>
      </p:sp>
      <p:sp>
        <p:nvSpPr>
          <p:cNvPr id="12" name="Shape 9"/>
          <p:cNvSpPr/>
          <p:nvPr/>
        </p:nvSpPr>
        <p:spPr>
          <a:xfrm>
            <a:off x="5509260" y="26060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./icons/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3570" y="2800350"/>
            <a:ext cx="388620" cy="3886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3566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r>
              <a:rPr lang="en-US" sz="1050" b="1" kern="0" spc="1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Tier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617720" y="38221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4709160" y="427939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r>
              <a:rPr lang="en-US" sz="1050" dirty="0">
                <a:solidFill>
                  <a:srgbClr val="C7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logic &amp; REST endpoints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183880" y="2286000"/>
            <a:ext cx="2834640" cy="2651760"/>
          </a:xfrm>
          <a:prstGeom prst="roundRect">
            <a:avLst>
              <a:gd name="adj" fmla="val 3448"/>
            </a:avLst>
          </a:prstGeom>
          <a:solidFill>
            <a:srgbClr val="F0F2FA"/>
          </a:solidFill>
          <a:ln/>
        </p:spPr>
      </p:sp>
      <p:sp>
        <p:nvSpPr>
          <p:cNvPr id="18" name="Shape 14"/>
          <p:cNvSpPr/>
          <p:nvPr/>
        </p:nvSpPr>
        <p:spPr>
          <a:xfrm>
            <a:off x="9212580" y="26060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.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6890" y="2800350"/>
            <a:ext cx="388620" cy="3886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21040" y="3566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 Tier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321040" y="38221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SQLAlchemy + DB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8412480" y="427939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&amp; data modeling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3657600" y="3410712"/>
            <a:ext cx="384048" cy="402336"/>
          </a:xfrm>
          <a:prstGeom prst="chevron">
            <a:avLst/>
          </a:prstGeom>
          <a:solidFill>
            <a:srgbClr val="1C7293"/>
          </a:solidFill>
          <a:ln/>
        </p:spPr>
      </p:sp>
      <p:sp>
        <p:nvSpPr>
          <p:cNvPr id="24" name="Shape 19"/>
          <p:cNvSpPr/>
          <p:nvPr/>
        </p:nvSpPr>
        <p:spPr>
          <a:xfrm>
            <a:off x="7360920" y="3410712"/>
            <a:ext cx="384048" cy="402336"/>
          </a:xfrm>
          <a:prstGeom prst="chevron">
            <a:avLst/>
          </a:prstGeom>
          <a:solidFill>
            <a:srgbClr val="1C7293"/>
          </a:solidFill>
          <a:ln/>
        </p:spPr>
      </p:sp>
      <p:sp>
        <p:nvSpPr>
          <p:cNvPr id="25" name="Shape 20"/>
          <p:cNvSpPr/>
          <p:nvPr/>
        </p:nvSpPr>
        <p:spPr>
          <a:xfrm>
            <a:off x="777240" y="5257800"/>
            <a:ext cx="10607040" cy="685800"/>
          </a:xfrm>
          <a:prstGeom prst="roundRect">
            <a:avLst>
              <a:gd name="adj" fmla="val 13333"/>
            </a:avLst>
          </a:prstGeom>
          <a:solidFill>
            <a:srgbClr val="FFF3D6"/>
          </a:solidFill>
          <a:ln/>
        </p:spPr>
      </p:sp>
      <p:sp>
        <p:nvSpPr>
          <p:cNvPr id="26" name="Shape 21"/>
          <p:cNvSpPr/>
          <p:nvPr/>
        </p:nvSpPr>
        <p:spPr>
          <a:xfrm>
            <a:off x="960120" y="5394960"/>
            <a:ext cx="411480" cy="41148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27" name="Image 3" descr="./icons/z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703" y="5487543"/>
            <a:ext cx="226314" cy="22631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508760" y="525780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Optimization: a TTL (Time-To-Live) Cache sits in the application tier to reduce repeated database hits and speed up frequent reads.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Python Full Stack Development Internship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Entity–Relationship Diagram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Four core entities model the e-commerce domain, linked through well-defined relationships.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0312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295144"/>
            <a:ext cx="2651760" cy="1920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031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542032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732520" y="21031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32520" y="210312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8732520" y="2295144"/>
            <a:ext cx="2651760" cy="1920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732520" y="21031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15400" y="2542032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order_date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732520" y="45262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32520" y="452628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8732520" y="4718304"/>
            <a:ext cx="2651760" cy="1920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732520" y="45262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OrderItem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15400" y="4965192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(FK)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 (FK)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" y="45262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52628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" y="4718304"/>
            <a:ext cx="2651760" cy="1920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5262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4965192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74720" y="2811780"/>
            <a:ext cx="525780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37860" y="249174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058400" y="3520440"/>
            <a:ext cx="0" cy="100584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92640" y="388620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74720" y="5234940"/>
            <a:ext cx="525780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37860" y="528066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: 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Python Full Stack Development Internship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TRAINING 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Week-Wise Timeline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3246120"/>
            <a:ext cx="10789920" cy="0"/>
          </a:xfrm>
          <a:prstGeom prst="line">
            <a:avLst/>
          </a:prstGeom>
          <a:noFill/>
          <a:ln w="31750">
            <a:solidFill>
              <a:srgbClr val="3038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" y="3054096"/>
            <a:ext cx="384048" cy="384048"/>
          </a:xfrm>
          <a:prstGeom prst="ellipse">
            <a:avLst/>
          </a:prstGeom>
          <a:solidFill>
            <a:srgbClr val="1C7293"/>
          </a:solidFill>
          <a:ln w="38100">
            <a:solidFill>
              <a:srgbClr val="141A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508760"/>
            <a:ext cx="1371600" cy="141732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63677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.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" y="1739646"/>
            <a:ext cx="251460" cy="251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0" y="21305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432" y="2368296"/>
            <a:ext cx="1316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85800" y="2926080"/>
            <a:ext cx="0" cy="320040"/>
          </a:xfrm>
          <a:prstGeom prst="line">
            <a:avLst/>
          </a:prstGeom>
          <a:noFill/>
          <a:ln w="19050">
            <a:solidFill>
              <a:srgbClr val="30386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35193" y="3054096"/>
            <a:ext cx="384048" cy="384048"/>
          </a:xfrm>
          <a:prstGeom prst="ellipse">
            <a:avLst/>
          </a:prstGeom>
          <a:solidFill>
            <a:srgbClr val="1C7293"/>
          </a:solidFill>
          <a:ln w="38100">
            <a:solidFill>
              <a:srgbClr val="141A3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41417" y="3566160"/>
            <a:ext cx="1371600" cy="141732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4" name="Shape 11"/>
          <p:cNvSpPr/>
          <p:nvPr/>
        </p:nvSpPr>
        <p:spPr>
          <a:xfrm>
            <a:off x="1998617" y="369417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1" descr="./icons/fasta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1487" y="3797046"/>
            <a:ext cx="251460" cy="2514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41417" y="4187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568849" y="4425696"/>
            <a:ext cx="1316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2227217" y="3246120"/>
            <a:ext cx="0" cy="320040"/>
          </a:xfrm>
          <a:prstGeom prst="line">
            <a:avLst/>
          </a:prstGeom>
          <a:noFill/>
          <a:ln w="19050">
            <a:solidFill>
              <a:srgbClr val="30386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576610" y="3054096"/>
            <a:ext cx="384048" cy="384048"/>
          </a:xfrm>
          <a:prstGeom prst="ellipse">
            <a:avLst/>
          </a:prstGeom>
          <a:solidFill>
            <a:srgbClr val="1C7293"/>
          </a:solidFill>
          <a:ln w="38100">
            <a:solidFill>
              <a:srgbClr val="141A3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082834" y="1508760"/>
            <a:ext cx="1371600" cy="141732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21" name="Shape 17"/>
          <p:cNvSpPr/>
          <p:nvPr/>
        </p:nvSpPr>
        <p:spPr>
          <a:xfrm>
            <a:off x="3540034" y="163677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2" descr="./icons/re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2904" y="1739646"/>
            <a:ext cx="251460" cy="2514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082834" y="21305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3110266" y="2368296"/>
            <a:ext cx="1316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3768634" y="2926080"/>
            <a:ext cx="0" cy="320040"/>
          </a:xfrm>
          <a:prstGeom prst="line">
            <a:avLst/>
          </a:prstGeom>
          <a:noFill/>
          <a:ln w="19050">
            <a:solidFill>
              <a:srgbClr val="30386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118027" y="3054096"/>
            <a:ext cx="384048" cy="384048"/>
          </a:xfrm>
          <a:prstGeom prst="ellipse">
            <a:avLst/>
          </a:prstGeom>
          <a:solidFill>
            <a:srgbClr val="1C7293"/>
          </a:solidFill>
          <a:ln w="38100">
            <a:solidFill>
              <a:srgbClr val="141A3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624251" y="3566160"/>
            <a:ext cx="1371600" cy="141732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28" name="Shape 23"/>
          <p:cNvSpPr/>
          <p:nvPr/>
        </p:nvSpPr>
        <p:spPr>
          <a:xfrm>
            <a:off x="5081451" y="369417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9" name="Image 3" descr="./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4321" y="3797046"/>
            <a:ext cx="251460" cy="2514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624251" y="4187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651683" y="4425696"/>
            <a:ext cx="1316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5310051" y="3246120"/>
            <a:ext cx="0" cy="320040"/>
          </a:xfrm>
          <a:prstGeom prst="line">
            <a:avLst/>
          </a:prstGeom>
          <a:noFill/>
          <a:ln w="19050">
            <a:solidFill>
              <a:srgbClr val="30386A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659445" y="3054096"/>
            <a:ext cx="384048" cy="384048"/>
          </a:xfrm>
          <a:prstGeom prst="ellipse">
            <a:avLst/>
          </a:prstGeom>
          <a:solidFill>
            <a:srgbClr val="1C7293"/>
          </a:solidFill>
          <a:ln w="38100">
            <a:solidFill>
              <a:srgbClr val="141A35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6165669" y="1508760"/>
            <a:ext cx="1371600" cy="141732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35" name="Shape 29"/>
          <p:cNvSpPr/>
          <p:nvPr/>
        </p:nvSpPr>
        <p:spPr>
          <a:xfrm>
            <a:off x="6622869" y="163677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6" name="Image 4" descr="./icons/sqlalchem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5739" y="1739646"/>
            <a:ext cx="251460" cy="25146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165669" y="21305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6193101" y="2368296"/>
            <a:ext cx="1316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6851469" y="2926080"/>
            <a:ext cx="0" cy="320040"/>
          </a:xfrm>
          <a:prstGeom prst="line">
            <a:avLst/>
          </a:prstGeom>
          <a:noFill/>
          <a:ln w="19050">
            <a:solidFill>
              <a:srgbClr val="30386A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8200862" y="3054096"/>
            <a:ext cx="384048" cy="384048"/>
          </a:xfrm>
          <a:prstGeom prst="ellipse">
            <a:avLst/>
          </a:prstGeom>
          <a:solidFill>
            <a:srgbClr val="1C7293"/>
          </a:solidFill>
          <a:ln w="38100">
            <a:solidFill>
              <a:srgbClr val="141A35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7707086" y="3566160"/>
            <a:ext cx="1371600" cy="141732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42" name="Shape 35"/>
          <p:cNvSpPr/>
          <p:nvPr/>
        </p:nvSpPr>
        <p:spPr>
          <a:xfrm>
            <a:off x="8164286" y="369417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3" name="Image 5" descr="./icons/redux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7156" y="3797046"/>
            <a:ext cx="251460" cy="25146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7707086" y="4187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7734518" y="4425696"/>
            <a:ext cx="1316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</a:t>
            </a:r>
            <a:endParaRPr lang="en-US" sz="1200" dirty="0"/>
          </a:p>
        </p:txBody>
      </p:sp>
      <p:sp>
        <p:nvSpPr>
          <p:cNvPr id="46" name="Shape 38"/>
          <p:cNvSpPr/>
          <p:nvPr/>
        </p:nvSpPr>
        <p:spPr>
          <a:xfrm>
            <a:off x="8392886" y="3246120"/>
            <a:ext cx="0" cy="320040"/>
          </a:xfrm>
          <a:prstGeom prst="line">
            <a:avLst/>
          </a:prstGeom>
          <a:noFill/>
          <a:ln w="19050">
            <a:solidFill>
              <a:srgbClr val="30386A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9742279" y="3054096"/>
            <a:ext cx="384048" cy="384048"/>
          </a:xfrm>
          <a:prstGeom prst="ellipse">
            <a:avLst/>
          </a:prstGeom>
          <a:solidFill>
            <a:srgbClr val="1C7293"/>
          </a:solidFill>
          <a:ln w="38100">
            <a:solidFill>
              <a:srgbClr val="141A35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9248503" y="1508760"/>
            <a:ext cx="1371600" cy="141732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49" name="Shape 41"/>
          <p:cNvSpPr/>
          <p:nvPr/>
        </p:nvSpPr>
        <p:spPr>
          <a:xfrm>
            <a:off x="9705703" y="163677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0" name="Image 6" descr="./icons/checkcirc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8573" y="1739646"/>
            <a:ext cx="251460" cy="251460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9248503" y="21305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950" dirty="0"/>
          </a:p>
        </p:txBody>
      </p:sp>
      <p:sp>
        <p:nvSpPr>
          <p:cNvPr id="52" name="Text 43"/>
          <p:cNvSpPr/>
          <p:nvPr/>
        </p:nvSpPr>
        <p:spPr>
          <a:xfrm>
            <a:off x="9275935" y="2368296"/>
            <a:ext cx="1316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53" name="Shape 44"/>
          <p:cNvSpPr/>
          <p:nvPr/>
        </p:nvSpPr>
        <p:spPr>
          <a:xfrm>
            <a:off x="9934303" y="2926080"/>
            <a:ext cx="0" cy="320040"/>
          </a:xfrm>
          <a:prstGeom prst="line">
            <a:avLst/>
          </a:prstGeom>
          <a:noFill/>
          <a:ln w="19050">
            <a:solidFill>
              <a:srgbClr val="30386A"/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11283696" y="3054096"/>
            <a:ext cx="384048" cy="384048"/>
          </a:xfrm>
          <a:prstGeom prst="ellipse">
            <a:avLst/>
          </a:prstGeom>
          <a:solidFill>
            <a:srgbClr val="F2B134"/>
          </a:solidFill>
          <a:ln w="38100">
            <a:solidFill>
              <a:srgbClr val="141A35"/>
            </a:solidFill>
            <a:prstDash val="solid"/>
          </a:ln>
        </p:spPr>
      </p:sp>
      <p:sp>
        <p:nvSpPr>
          <p:cNvPr id="55" name="Shape 46"/>
          <p:cNvSpPr/>
          <p:nvPr/>
        </p:nvSpPr>
        <p:spPr>
          <a:xfrm>
            <a:off x="10789920" y="3566160"/>
            <a:ext cx="1371600" cy="141732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56" name="Shape 47"/>
          <p:cNvSpPr/>
          <p:nvPr/>
        </p:nvSpPr>
        <p:spPr>
          <a:xfrm>
            <a:off x="11247120" y="3694176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57" name="Image 7" descr="./icons/awar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49990" y="3797046"/>
            <a:ext cx="251460" cy="251460"/>
          </a:xfrm>
          <a:prstGeom prst="rect">
            <a:avLst/>
          </a:prstGeom>
        </p:spPr>
      </p:pic>
      <p:sp>
        <p:nvSpPr>
          <p:cNvPr id="58" name="Text 48"/>
          <p:cNvSpPr/>
          <p:nvPr/>
        </p:nvSpPr>
        <p:spPr>
          <a:xfrm>
            <a:off x="10789920" y="4187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950" dirty="0"/>
          </a:p>
        </p:txBody>
      </p:sp>
      <p:sp>
        <p:nvSpPr>
          <p:cNvPr id="59" name="Text 49"/>
          <p:cNvSpPr/>
          <p:nvPr/>
        </p:nvSpPr>
        <p:spPr>
          <a:xfrm>
            <a:off x="10817352" y="4425696"/>
            <a:ext cx="1316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1200" dirty="0"/>
          </a:p>
        </p:txBody>
      </p:sp>
      <p:sp>
        <p:nvSpPr>
          <p:cNvPr id="60" name="Shape 50"/>
          <p:cNvSpPr/>
          <p:nvPr/>
        </p:nvSpPr>
        <p:spPr>
          <a:xfrm>
            <a:off x="11475720" y="3246120"/>
            <a:ext cx="0" cy="320040"/>
          </a:xfrm>
          <a:prstGeom prst="line">
            <a:avLst/>
          </a:prstGeom>
          <a:noFill/>
          <a:ln w="19050">
            <a:solidFill>
              <a:srgbClr val="30386A"/>
            </a:solidFill>
            <a:prstDash val="solid"/>
          </a:ln>
        </p:spPr>
      </p:sp>
      <p:sp>
        <p:nvSpPr>
          <p:cNvPr id="61" name="Text 5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Python Full Stack Development Internship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2" name="Text 5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Project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931920" cy="4206240"/>
          </a:xfrm>
          <a:prstGeom prst="roundRect">
            <a:avLst>
              <a:gd name="adj" fmla="val 2326"/>
            </a:avLst>
          </a:prstGeom>
          <a:solidFill>
            <a:srgbClr val="141A35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116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./icons/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" y="22174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0175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Platform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14400" y="361188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full-stack application built end-to-end during the internship, applying every layer of the tech stack in one deployable product.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4800600" y="1691640"/>
            <a:ext cx="2880360" cy="1965960"/>
          </a:xfrm>
          <a:prstGeom prst="roundRect">
            <a:avLst>
              <a:gd name="adj" fmla="val 4651"/>
            </a:avLst>
          </a:prstGeom>
          <a:solidFill>
            <a:srgbClr val="F0F2FA"/>
          </a:solidFill>
          <a:ln/>
        </p:spPr>
      </p:sp>
      <p:sp>
        <p:nvSpPr>
          <p:cNvPr id="10" name="Shape 7"/>
          <p:cNvSpPr/>
          <p:nvPr/>
        </p:nvSpPr>
        <p:spPr>
          <a:xfrm>
            <a:off x="5029200" y="1920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./icons/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2931" y="2053971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0" y="26060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029200" y="29260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Secure user sign-up, login, and session handling.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955280" y="1691640"/>
            <a:ext cx="2880360" cy="1965960"/>
          </a:xfrm>
          <a:prstGeom prst="roundRect">
            <a:avLst>
              <a:gd name="adj" fmla="val 4651"/>
            </a:avLst>
          </a:prstGeom>
          <a:solidFill>
            <a:srgbClr val="F0F2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183880" y="1920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./icons/repe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7611" y="2053971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83880" y="26060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Operations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183880" y="29260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Full create-read-update-delete flows for products and orders.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4800600" y="3931920"/>
            <a:ext cx="2880360" cy="1965960"/>
          </a:xfrm>
          <a:prstGeom prst="roundRect">
            <a:avLst>
              <a:gd name="adj" fmla="val 4651"/>
            </a:avLst>
          </a:prstGeom>
          <a:solidFill>
            <a:srgbClr val="F0F2FA"/>
          </a:solidFill>
          <a:ln/>
        </p:spPr>
      </p:sp>
      <p:sp>
        <p:nvSpPr>
          <p:cNvPr id="20" name="Shape 15"/>
          <p:cNvSpPr/>
          <p:nvPr/>
        </p:nvSpPr>
        <p:spPr>
          <a:xfrm>
            <a:off x="5029200" y="41605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./icons/z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2931" y="4294251"/>
            <a:ext cx="326898" cy="32689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029200" y="4846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TTL Cache Lite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029200" y="51663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time-based caching layer for faster responses.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7955280" y="3931920"/>
            <a:ext cx="2880360" cy="1965960"/>
          </a:xfrm>
          <a:prstGeom prst="roundRect">
            <a:avLst>
              <a:gd name="adj" fmla="val 4651"/>
            </a:avLst>
          </a:prstGeom>
          <a:solidFill>
            <a:srgbClr val="F0F2FA"/>
          </a:solidFill>
          <a:ln/>
        </p:spPr>
      </p:sp>
      <p:sp>
        <p:nvSpPr>
          <p:cNvPr id="25" name="Shape 19"/>
          <p:cNvSpPr/>
          <p:nvPr/>
        </p:nvSpPr>
        <p:spPr>
          <a:xfrm>
            <a:off x="8183880" y="41605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./icons/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7611" y="4294251"/>
            <a:ext cx="326898" cy="32689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183880" y="4846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Persistent Storage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8183880" y="51663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 managed through SQLAlchemy models.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Python Full Stack Development Internship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F0F2F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731520" cy="731520"/>
          </a:xfrm>
          <a:prstGeom prst="ellipse">
            <a:avLst/>
          </a:prstGeom>
          <a:solidFill>
            <a:srgbClr val="141A35"/>
          </a:solidFill>
          <a:ln/>
        </p:spPr>
      </p:sp>
      <p:pic>
        <p:nvPicPr>
          <p:cNvPr id="6" name="Image 0" descr="./icon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1488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4767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0" y="242316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consumed RESTful services following clean API conventions.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F0F2FA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1965960"/>
            <a:ext cx="731520" cy="731520"/>
          </a:xfrm>
          <a:prstGeom prst="ellipse">
            <a:avLst/>
          </a:prstGeom>
          <a:solidFill>
            <a:srgbClr val="141A35"/>
          </a:solidFill>
          <a:ln/>
        </p:spPr>
      </p:sp>
      <p:pic>
        <p:nvPicPr>
          <p:cNvPr id="11" name="Image 1" descr="./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1488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194767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Frontend–Backend Integration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06640" y="242316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Connected a React client to a FastAPI backend with reliable data flow.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0080" y="388620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F0F2FA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160520"/>
            <a:ext cx="731520" cy="731520"/>
          </a:xfrm>
          <a:prstGeom prst="ellipse">
            <a:avLst/>
          </a:prstGeom>
          <a:solidFill>
            <a:srgbClr val="141A35"/>
          </a:solidFill>
          <a:ln/>
        </p:spPr>
      </p:sp>
      <p:pic>
        <p:nvPicPr>
          <p:cNvPr id="16" name="Image 2" descr=".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43434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14223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828800" y="461772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Modeled relational schemas and relationships using SQLAlchemy ORM.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217920" y="388620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F0F2FA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160520"/>
            <a:ext cx="731520" cy="731520"/>
          </a:xfrm>
          <a:prstGeom prst="ellipse">
            <a:avLst/>
          </a:prstGeom>
          <a:solidFill>
            <a:srgbClr val="141A35"/>
          </a:solidFill>
          <a:ln/>
        </p:spPr>
      </p:sp>
      <p:pic>
        <p:nvPicPr>
          <p:cNvPr id="21" name="Image 3" descr="./icons/ser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43434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14223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Concepts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406640" y="461772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Learned containerization and version control fundamentals with Docker &amp; GitHub.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Python Full Stack Development Internship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COMPLETION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&amp; Offer Letter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607040" cy="4023360"/>
          </a:xfrm>
          <a:prstGeom prst="roundRect">
            <a:avLst>
              <a:gd name="adj" fmla="val 2727"/>
            </a:avLst>
          </a:prstGeom>
          <a:solidFill>
            <a:srgbClr val="141A35"/>
          </a:solidFill>
          <a:ln/>
        </p:spPr>
      </p:sp>
      <p:sp>
        <p:nvSpPr>
          <p:cNvPr id="5" name="Shape 3"/>
          <p:cNvSpPr/>
          <p:nvPr/>
        </p:nvSpPr>
        <p:spPr>
          <a:xfrm>
            <a:off x="5330952" y="2148840"/>
            <a:ext cx="1234440" cy="123444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6" name="Image 0" descr="./icons/a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701" y="2426589"/>
            <a:ext cx="678942" cy="6789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52044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Successfully Completed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194560" y="40690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eight weeks of the AICTE–EduSkills Python Full Stack Development program were completed, with the completion certificate and offer letter formally submitted.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3108960" y="4892040"/>
            <a:ext cx="3108960" cy="548640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0" name="Image 1" descr=".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500176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03320" y="48920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Issued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309360" y="4892040"/>
            <a:ext cx="3108960" cy="548640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3" name="Image 2" descr=".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00176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03720" y="48920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Letter Received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Python Full Stack Development Internship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85800" y="246888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85800" y="34290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349240" y="4251960"/>
            <a:ext cx="14630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5262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Mohd Kaif   •   CS-23411016   •   B.Tech CSE, Semester IV   •   IILM University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Python Full Stack Development Internship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779</Words>
  <Application>Microsoft Office PowerPoint</Application>
  <PresentationFormat>Widescreen</PresentationFormat>
  <Paragraphs>201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Mohd Aman</cp:lastModifiedBy>
  <cp:revision>6</cp:revision>
  <dcterms:created xsi:type="dcterms:W3CDTF">2026-07-30T14:11:03Z</dcterms:created>
  <dcterms:modified xsi:type="dcterms:W3CDTF">2026-07-30T14:45:46Z</dcterms:modified>
</cp:coreProperties>
</file>