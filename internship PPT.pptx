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28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6217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91640" y="9326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2468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Full Stack Development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Project — Internship Report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13232" y="3977640"/>
            <a:ext cx="219456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3434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458114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Kaif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08192" y="43434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08192" y="458114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CS-23411016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232" y="50017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13232" y="52395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Year 4 - Semester 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08192" y="500176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108192" y="523951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(AICTE)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647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.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880006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0992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Introduction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02082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snapshot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10" name="Shape 7"/>
          <p:cNvSpPr/>
          <p:nvPr/>
        </p:nvSpPr>
        <p:spPr>
          <a:xfrm>
            <a:off x="6382512" y="176479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./icon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26" y="1880006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70992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Organization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02082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AICTE–EduSkills program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26974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28620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./icons/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2977286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28072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Objectives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11810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aimed to build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26974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382512" y="286207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.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726" y="2977286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8072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Tech Stack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311810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379476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25" name="Shape 19"/>
          <p:cNvSpPr/>
          <p:nvPr/>
        </p:nvSpPr>
        <p:spPr>
          <a:xfrm>
            <a:off x="804672" y="39593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./icons/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" y="4074566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39044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Architecture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463040" y="421538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structured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17920" y="379476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30" name="Shape 23"/>
          <p:cNvSpPr/>
          <p:nvPr/>
        </p:nvSpPr>
        <p:spPr>
          <a:xfrm>
            <a:off x="6382512" y="395935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.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7726" y="4074566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9044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ER Diagram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040880" y="421538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relationships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40080" y="48920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35" name="Shape 27"/>
          <p:cNvSpPr/>
          <p:nvPr/>
        </p:nvSpPr>
        <p:spPr>
          <a:xfrm>
            <a:off x="804672" y="50566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./icons/calend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886" y="5171846"/>
            <a:ext cx="281635" cy="28163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50017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 Timeline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463040" y="53126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8-week training breakdown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6217920" y="48920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40" name="Shape 31"/>
          <p:cNvSpPr/>
          <p:nvPr/>
        </p:nvSpPr>
        <p:spPr>
          <a:xfrm>
            <a:off x="6382512" y="50566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./icons/c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7726" y="5171846"/>
            <a:ext cx="281635" cy="28163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40880" y="50017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 Capstone Project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7040880" y="531266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 build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640080" y="5989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45" name="Shape 35"/>
          <p:cNvSpPr/>
          <p:nvPr/>
        </p:nvSpPr>
        <p:spPr>
          <a:xfrm>
            <a:off x="804672" y="615391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8" descr="./icons/boo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886" y="6269126"/>
            <a:ext cx="281635" cy="28163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463040" y="60990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 Outcomes</a:t>
            </a:r>
            <a:endParaRPr lang="en-US" sz="1500" dirty="0"/>
          </a:p>
        </p:txBody>
      </p:sp>
      <p:sp>
        <p:nvSpPr>
          <p:cNvPr id="48" name="Text 37"/>
          <p:cNvSpPr/>
          <p:nvPr/>
        </p:nvSpPr>
        <p:spPr>
          <a:xfrm>
            <a:off x="1463040" y="640994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200" dirty="0"/>
          </a:p>
        </p:txBody>
      </p:sp>
      <p:sp>
        <p:nvSpPr>
          <p:cNvPr id="49" name="Shape 38"/>
          <p:cNvSpPr/>
          <p:nvPr/>
        </p:nvSpPr>
        <p:spPr>
          <a:xfrm>
            <a:off x="6217920" y="598932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/>
        </p:spPr>
      </p:sp>
      <p:sp>
        <p:nvSpPr>
          <p:cNvPr id="50" name="Shape 39"/>
          <p:cNvSpPr/>
          <p:nvPr/>
        </p:nvSpPr>
        <p:spPr>
          <a:xfrm>
            <a:off x="6382512" y="615391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1" name="Image 9" descr="./icons/aw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7726" y="6269126"/>
            <a:ext cx="281635" cy="281635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040880" y="609904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 Certification</a:t>
            </a:r>
            <a:endParaRPr lang="en-US" sz="1500" dirty="0"/>
          </a:p>
        </p:txBody>
      </p:sp>
      <p:sp>
        <p:nvSpPr>
          <p:cNvPr id="53" name="Text 41"/>
          <p:cNvSpPr/>
          <p:nvPr/>
        </p:nvSpPr>
        <p:spPr>
          <a:xfrm>
            <a:off x="7040880" y="6409944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offer letter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5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Organization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141A3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./icons/brief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21659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EduSkills Academy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AICTE-recognized virtual internship provider partnering universities with industry-grade </a:t>
            </a:r>
            <a:r>
              <a:rPr lang="en-US" sz="140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curricula</a:t>
            </a:r>
            <a:r>
              <a:rPr lang="en-US" sz="115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4434840"/>
            <a:ext cx="3291840" cy="0"/>
          </a:xfrm>
          <a:prstGeom prst="line">
            <a:avLst/>
          </a:prstGeom>
          <a:noFill/>
          <a:ln w="12700">
            <a:solidFill>
              <a:srgbClr val="2E36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572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914400" y="51937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950" dirty="0"/>
          </a:p>
          <a:p>
            <a:pPr marL="0" indent="0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651760" y="4572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Apr–Jun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51760" y="51937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50" dirty="0"/>
          </a:p>
          <a:p>
            <a:pPr marL="0" indent="0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166360" y="179222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166420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AICTE–EduSkills Virtual Internship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486400" y="199339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remote 8-week program recognized under the AICTE internship initiative for engineering students.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166360" y="28437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0" y="27157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Duration: April – June 2026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486400" y="304495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weekly modules combining self-paced learning, live mentoring sessions, and hands-on assignments.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166360" y="389534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0" y="37673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Industry-Oriented Training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486400" y="409651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designed around real-world, full-stack development practices used in modern software teams.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INTERNSHIP SET OUT TO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141A35"/>
          </a:solidFill>
          <a:ln/>
        </p:spPr>
      </p:sp>
      <p:sp>
        <p:nvSpPr>
          <p:cNvPr id="5" name="Shape 3"/>
          <p:cNvSpPr/>
          <p:nvPr/>
        </p:nvSpPr>
        <p:spPr>
          <a:xfrm>
            <a:off x="1522476" y="20574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./icons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786" y="22517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3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3108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Core Technologies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384048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strong command over Python, FastAPI, and React through structured, hands-on modules.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38144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0F2FA"/>
          </a:solidFill>
          <a:ln/>
        </p:spPr>
      </p:sp>
      <p:sp>
        <p:nvSpPr>
          <p:cNvPr id="11" name="Shape 8"/>
          <p:cNvSpPr/>
          <p:nvPr/>
        </p:nvSpPr>
        <p:spPr>
          <a:xfrm>
            <a:off x="4320540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.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225171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B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REST APIs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39312" y="384048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clean, well-documented REST APIs following industry best practices.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36208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141A35"/>
          </a:solidFill>
          <a:ln/>
        </p:spPr>
      </p:sp>
      <p:sp>
        <p:nvSpPr>
          <p:cNvPr id="17" name="Shape 13"/>
          <p:cNvSpPr/>
          <p:nvPr/>
        </p:nvSpPr>
        <p:spPr>
          <a:xfrm>
            <a:off x="7118604" y="20574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.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914" y="225171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3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37376" y="3108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SQLAlchemy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37376" y="384048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connect relational data using SQLAlchemy ORM for reliable persistence.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034272" y="1691640"/>
            <a:ext cx="2542032" cy="3977640"/>
          </a:xfrm>
          <a:prstGeom prst="roundRect">
            <a:avLst>
              <a:gd name="adj" fmla="val 3597"/>
            </a:avLst>
          </a:prstGeom>
          <a:solidFill>
            <a:srgbClr val="F0F2FA"/>
          </a:solidFill>
          <a:ln/>
        </p:spPr>
      </p:sp>
      <p:sp>
        <p:nvSpPr>
          <p:cNvPr id="23" name="Shape 18"/>
          <p:cNvSpPr/>
          <p:nvPr/>
        </p:nvSpPr>
        <p:spPr>
          <a:xfrm>
            <a:off x="9916668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.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0978" y="2251710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B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235440" y="3108960"/>
            <a:ext cx="21396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a Full-Stack App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35440" y="384048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Combine frontend, backend, and database layers into one deployable, working application.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0F2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47672"/>
            <a:ext cx="2606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13916" y="23317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9" name="Image 0" descr="./icons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049" y="2479853"/>
            <a:ext cx="362102" cy="3621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044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613916" y="39319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12" name="Image 1" descr="./icons/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049" y="4080053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4645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493008" y="16916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0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3493008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3493008" y="1947672"/>
            <a:ext cx="2606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3493008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466844" y="23317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19" name="Image 2" descr="./icons/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977" y="2479853"/>
            <a:ext cx="362102" cy="3621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93008" y="3044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345936" y="16916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0F2FA"/>
          </a:solidFill>
          <a:ln/>
        </p:spPr>
      </p:sp>
      <p:sp>
        <p:nvSpPr>
          <p:cNvPr id="22" name="Shape 17"/>
          <p:cNvSpPr/>
          <p:nvPr/>
        </p:nvSpPr>
        <p:spPr>
          <a:xfrm>
            <a:off x="6345936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6345936" y="1947672"/>
            <a:ext cx="2606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6345936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319772" y="23317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26" name="Image 3" descr="./icons/sqlalchem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905" y="2479853"/>
            <a:ext cx="362102" cy="3621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45936" y="3044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9198864" y="1691640"/>
            <a:ext cx="2606040" cy="3977640"/>
          </a:xfrm>
          <a:prstGeom prst="roundRect">
            <a:avLst>
              <a:gd name="adj" fmla="val 3509"/>
            </a:avLst>
          </a:prstGeom>
          <a:solidFill>
            <a:srgbClr val="F0F2FA"/>
          </a:solidFill>
          <a:ln/>
        </p:spPr>
      </p:sp>
      <p:sp>
        <p:nvSpPr>
          <p:cNvPr id="29" name="Shape 23"/>
          <p:cNvSpPr/>
          <p:nvPr/>
        </p:nvSpPr>
        <p:spPr>
          <a:xfrm>
            <a:off x="9198864" y="16916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30" name="Shape 24"/>
          <p:cNvSpPr/>
          <p:nvPr/>
        </p:nvSpPr>
        <p:spPr>
          <a:xfrm>
            <a:off x="9198864" y="1947672"/>
            <a:ext cx="260604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5"/>
          <p:cNvSpPr/>
          <p:nvPr/>
        </p:nvSpPr>
        <p:spPr>
          <a:xfrm>
            <a:off x="9198864" y="1737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10172700" y="23317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33" name="Image 4" descr="./icons/do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0833" y="2479853"/>
            <a:ext cx="362102" cy="36210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198864" y="30449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10172700" y="3931920"/>
            <a:ext cx="658368" cy="658368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36" name="Image 5" descr="./icons/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0833" y="4080053"/>
            <a:ext cx="362102" cy="36210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198864" y="464515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STRUCTURED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three-tier architecture separates presentation, business logic, and data — each layer independently scalable and testable.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0F2FA"/>
          </a:solidFill>
          <a:ln/>
        </p:spPr>
      </p:sp>
      <p:sp>
        <p:nvSpPr>
          <p:cNvPr id="6" name="Shape 4"/>
          <p:cNvSpPr/>
          <p:nvPr/>
        </p:nvSpPr>
        <p:spPr>
          <a:xfrm>
            <a:off x="1805940" y="26060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./icons/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0" y="280035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822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05840" y="42793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&amp; client-side state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228600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141A35"/>
          </a:solidFill>
          <a:ln/>
        </p:spPr>
      </p:sp>
      <p:sp>
        <p:nvSpPr>
          <p:cNvPr id="12" name="Shape 9"/>
          <p:cNvSpPr/>
          <p:nvPr/>
        </p:nvSpPr>
        <p:spPr>
          <a:xfrm>
            <a:off x="5509260" y="26060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.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570" y="280035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r>
              <a:rPr lang="en-US" sz="10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17720" y="3822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709160" y="42793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r>
              <a:rPr lang="en-US" sz="1050" dirty="0">
                <a:solidFill>
                  <a:srgbClr val="C7C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logic &amp; REST endpoints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83880" y="228600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0F2FA"/>
          </a:solidFill>
          <a:ln/>
        </p:spPr>
      </p:sp>
      <p:sp>
        <p:nvSpPr>
          <p:cNvPr id="18" name="Shape 14"/>
          <p:cNvSpPr/>
          <p:nvPr/>
        </p:nvSpPr>
        <p:spPr>
          <a:xfrm>
            <a:off x="9212580" y="26060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.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6890" y="2800350"/>
            <a:ext cx="388620" cy="3886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3566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21040" y="38221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+ DB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12480" y="42793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data modeling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0" y="3410712"/>
            <a:ext cx="384048" cy="402336"/>
          </a:xfrm>
          <a:prstGeom prst="chevron">
            <a:avLst/>
          </a:prstGeom>
          <a:solidFill>
            <a:srgbClr val="1C7293"/>
          </a:solidFill>
          <a:ln/>
        </p:spPr>
      </p:sp>
      <p:sp>
        <p:nvSpPr>
          <p:cNvPr id="24" name="Shape 19"/>
          <p:cNvSpPr/>
          <p:nvPr/>
        </p:nvSpPr>
        <p:spPr>
          <a:xfrm>
            <a:off x="7360920" y="3410712"/>
            <a:ext cx="384048" cy="402336"/>
          </a:xfrm>
          <a:prstGeom prst="chevron">
            <a:avLst/>
          </a:prstGeom>
          <a:solidFill>
            <a:srgbClr val="1C7293"/>
          </a:solidFill>
          <a:ln/>
        </p:spPr>
      </p:sp>
      <p:sp>
        <p:nvSpPr>
          <p:cNvPr id="25" name="Shape 20"/>
          <p:cNvSpPr/>
          <p:nvPr/>
        </p:nvSpPr>
        <p:spPr>
          <a:xfrm>
            <a:off x="777240" y="5257800"/>
            <a:ext cx="10607040" cy="685800"/>
          </a:xfrm>
          <a:prstGeom prst="roundRect">
            <a:avLst>
              <a:gd name="adj" fmla="val 13333"/>
            </a:avLst>
          </a:prstGeom>
          <a:solidFill>
            <a:srgbClr val="FFF3D6"/>
          </a:solidFill>
          <a:ln/>
        </p:spPr>
      </p:sp>
      <p:sp>
        <p:nvSpPr>
          <p:cNvPr id="26" name="Shape 21"/>
          <p:cNvSpPr/>
          <p:nvPr/>
        </p:nvSpPr>
        <p:spPr>
          <a:xfrm>
            <a:off x="960120" y="5394960"/>
            <a:ext cx="411480" cy="41148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7" name="Image 3" descr="./icons/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703" y="5487543"/>
            <a:ext cx="226314" cy="22631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08760" y="52578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Optimization: a TTL (Time-To-Live) Cache sits in the application tier to reduce repeated database hits and speed up frequent reads.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Four core entities model the e-commerce domain, linked through well-defined relationships.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95144"/>
            <a:ext cx="2651760" cy="192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54203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32520" y="21031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32520" y="21031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8732520" y="2295144"/>
            <a:ext cx="2651760" cy="192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21031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15400" y="254203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32520" y="4526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45262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8732520" y="4718304"/>
            <a:ext cx="2651760" cy="192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732520" y="4526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15400" y="496519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(FK)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 (FK)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5262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5262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4718304"/>
            <a:ext cx="2651760" cy="19202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26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965192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2811780"/>
            <a:ext cx="525780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7860" y="249174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0" y="3520440"/>
            <a:ext cx="0" cy="100584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0" y="38862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5234940"/>
            <a:ext cx="525780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37860" y="52806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TRAINING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Week-Wise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3246120"/>
            <a:ext cx="10789920" cy="0"/>
          </a:xfrm>
          <a:prstGeom prst="line">
            <a:avLst/>
          </a:prstGeom>
          <a:noFill/>
          <a:ln w="31750">
            <a:solidFill>
              <a:srgbClr val="3038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5087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36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.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739646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" y="23682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292608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35193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41417" y="35661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1998617" y="36941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./icons/fast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487" y="3797046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41417" y="4187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568849" y="44256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227217" y="324612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576610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082834" y="15087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3540034" y="1636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./icons/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2904" y="1739646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082834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110266" y="23682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768634" y="292608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118027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624251" y="35661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28" name="Shape 23"/>
          <p:cNvSpPr/>
          <p:nvPr/>
        </p:nvSpPr>
        <p:spPr>
          <a:xfrm>
            <a:off x="5081451" y="36941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.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321" y="3797046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24251" y="4187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651683" y="44256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310051" y="324612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659445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165669" y="15087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35" name="Shape 29"/>
          <p:cNvSpPr/>
          <p:nvPr/>
        </p:nvSpPr>
        <p:spPr>
          <a:xfrm>
            <a:off x="6622869" y="1636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4" descr="./icons/sqlalchem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5739" y="1739646"/>
            <a:ext cx="251460" cy="2514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165669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193101" y="23682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851469" y="292608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200862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7707086" y="35661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42" name="Shape 35"/>
          <p:cNvSpPr/>
          <p:nvPr/>
        </p:nvSpPr>
        <p:spPr>
          <a:xfrm>
            <a:off x="8164286" y="36941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3" name="Image 5" descr="./icons/redu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156" y="3797046"/>
            <a:ext cx="251460" cy="2514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707086" y="4187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734518" y="44256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8392886" y="324612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742279" y="3054096"/>
            <a:ext cx="384048" cy="384048"/>
          </a:xfrm>
          <a:prstGeom prst="ellipse">
            <a:avLst/>
          </a:prstGeom>
          <a:solidFill>
            <a:srgbClr val="1C7293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9248503" y="15087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49" name="Shape 41"/>
          <p:cNvSpPr/>
          <p:nvPr/>
        </p:nvSpPr>
        <p:spPr>
          <a:xfrm>
            <a:off x="9705703" y="16367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0" name="Image 6" descr=".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8573" y="1739646"/>
            <a:ext cx="251460" cy="25146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9248503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50" dirty="0"/>
          </a:p>
        </p:txBody>
      </p:sp>
      <p:sp>
        <p:nvSpPr>
          <p:cNvPr id="52" name="Text 43"/>
          <p:cNvSpPr/>
          <p:nvPr/>
        </p:nvSpPr>
        <p:spPr>
          <a:xfrm>
            <a:off x="9275935" y="23682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9934303" y="292608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11283696" y="3054096"/>
            <a:ext cx="384048" cy="384048"/>
          </a:xfrm>
          <a:prstGeom prst="ellipse">
            <a:avLst/>
          </a:prstGeom>
          <a:solidFill>
            <a:srgbClr val="F2B134"/>
          </a:solidFill>
          <a:ln w="38100">
            <a:solidFill>
              <a:srgbClr val="141A35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10789920" y="3566160"/>
            <a:ext cx="1371600" cy="141732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6" name="Shape 47"/>
          <p:cNvSpPr/>
          <p:nvPr/>
        </p:nvSpPr>
        <p:spPr>
          <a:xfrm>
            <a:off x="11247120" y="3694176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57" name="Image 7" descr="./icons/aw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49990" y="3797046"/>
            <a:ext cx="251460" cy="251460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10789920" y="4187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50" dirty="0"/>
          </a:p>
        </p:txBody>
      </p:sp>
      <p:sp>
        <p:nvSpPr>
          <p:cNvPr id="59" name="Text 49"/>
          <p:cNvSpPr/>
          <p:nvPr/>
        </p:nvSpPr>
        <p:spPr>
          <a:xfrm>
            <a:off x="10817352" y="4425696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200" dirty="0"/>
          </a:p>
        </p:txBody>
      </p:sp>
      <p:sp>
        <p:nvSpPr>
          <p:cNvPr id="60" name="Shape 50"/>
          <p:cNvSpPr/>
          <p:nvPr/>
        </p:nvSpPr>
        <p:spPr>
          <a:xfrm>
            <a:off x="11475720" y="3246120"/>
            <a:ext cx="0" cy="320040"/>
          </a:xfrm>
          <a:prstGeom prst="line">
            <a:avLst/>
          </a:prstGeom>
          <a:noFill/>
          <a:ln w="19050">
            <a:solidFill>
              <a:srgbClr val="30386A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2" name="Text 5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141A3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./icons/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22174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Platform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full-stack application built end-to-end during the internship, applying every layer of the tech stack in one deployable product.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4800600" y="1691640"/>
            <a:ext cx="2880360" cy="1965960"/>
          </a:xfrm>
          <a:prstGeom prst="roundRect">
            <a:avLst>
              <a:gd name="adj" fmla="val 4651"/>
            </a:avLst>
          </a:prstGeom>
          <a:solidFill>
            <a:srgbClr val="F0F2FA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.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931" y="20539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2920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29260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sign-up, login, and session handling.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2880360" cy="1965960"/>
          </a:xfrm>
          <a:prstGeom prst="roundRect">
            <a:avLst>
              <a:gd name="adj" fmla="val 4651"/>
            </a:avLst>
          </a:prstGeom>
          <a:solidFill>
            <a:srgbClr val="F0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920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./icons/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7611" y="205397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6060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83880" y="29260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create-read-update-delete flows for products and orders.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800600" y="3931920"/>
            <a:ext cx="2880360" cy="1965960"/>
          </a:xfrm>
          <a:prstGeom prst="roundRect">
            <a:avLst>
              <a:gd name="adj" fmla="val 4651"/>
            </a:avLst>
          </a:prstGeom>
          <a:solidFill>
            <a:srgbClr val="F0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5029200" y="4160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./icons/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931" y="4294251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29200" y="4846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TTL Cache Lite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029200" y="5166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time-based caching layer for faster responses.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955280" y="3931920"/>
            <a:ext cx="2880360" cy="1965960"/>
          </a:xfrm>
          <a:prstGeom prst="roundRect">
            <a:avLst>
              <a:gd name="adj" fmla="val 4651"/>
            </a:avLst>
          </a:prstGeom>
          <a:solidFill>
            <a:srgbClr val="F0F2FA"/>
          </a:solidFill>
          <a:ln/>
        </p:spPr>
      </p:sp>
      <p:sp>
        <p:nvSpPr>
          <p:cNvPr id="25" name="Shape 19"/>
          <p:cNvSpPr/>
          <p:nvPr/>
        </p:nvSpPr>
        <p:spPr>
          <a:xfrm>
            <a:off x="8183880" y="41605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.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7611" y="429425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83880" y="4846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Storage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183880" y="5166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managed through SQLAlchemy models.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0F2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731520" cy="731520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6" name="Image 0" descr=".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4767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24231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consumed RESTful services following clean API conventions.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0F2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965960"/>
            <a:ext cx="731520" cy="731520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11" name="Image 1" descr=".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4767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Frontend–Backend Integration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06640" y="24231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 React client to a FastAPI backend with reliable data 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0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160520"/>
            <a:ext cx="731520" cy="731520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16" name="Image 2" descr=".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343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422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461772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Modeled relational schemas and relationships using SQLAlchemy ORM.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17920" y="388620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F0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160520"/>
            <a:ext cx="731520" cy="731520"/>
          </a:xfrm>
          <a:prstGeom prst="ellipse">
            <a:avLst/>
          </a:prstGeom>
          <a:solidFill>
            <a:srgbClr val="141A35"/>
          </a:solidFill>
          <a:ln/>
        </p:spPr>
      </p:sp>
      <p:pic>
        <p:nvPicPr>
          <p:cNvPr id="21" name="Image 3" descr="./icons/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343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14223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Concepts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06640" y="461772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Learned containerization and version control fundamentals with Docker &amp; GitHub.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COMPLETION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A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&amp; Offer Letter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607040" cy="4023360"/>
          </a:xfrm>
          <a:prstGeom prst="roundRect">
            <a:avLst>
              <a:gd name="adj" fmla="val 2727"/>
            </a:avLst>
          </a:prstGeom>
          <a:solidFill>
            <a:srgbClr val="141A35"/>
          </a:solidFill>
          <a:ln/>
        </p:spPr>
      </p:sp>
      <p:sp>
        <p:nvSpPr>
          <p:cNvPr id="5" name="Shape 3"/>
          <p:cNvSpPr/>
          <p:nvPr/>
        </p:nvSpPr>
        <p:spPr>
          <a:xfrm>
            <a:off x="5330952" y="2148840"/>
            <a:ext cx="1234440" cy="123444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6" name="Image 0" descr=".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701" y="2426589"/>
            <a:ext cx="678942" cy="6789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5204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Successfully Completed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194560" y="4069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eight weeks of the AICTE–EduSkills Python Full Stack Development program were completed, with the completion certificate and offer letter formally submitted.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108960" y="489204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.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50017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4892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309360" y="4892040"/>
            <a:ext cx="3108960" cy="548640"/>
          </a:xfrm>
          <a:prstGeom prst="roundRect">
            <a:avLst>
              <a:gd name="adj" fmla="val 50000"/>
            </a:avLst>
          </a:prstGeom>
          <a:solidFill>
            <a:srgbClr val="232B57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.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500176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03720" y="48920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Received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24688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349240" y="4251960"/>
            <a:ext cx="1463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Kaif   •   CS-23411016   •   B.Tech CSE,   Semester 7</a:t>
            </a:r>
            <a:r>
              <a:rPr lang="en-US" sz="1600" baseline="3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  IILM University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Python Full Stack Development Internship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779</Words>
  <Application>Microsoft Office PowerPoint</Application>
  <PresentationFormat>Widescreen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Mohd Aman</cp:lastModifiedBy>
  <cp:revision>8</cp:revision>
  <dcterms:created xsi:type="dcterms:W3CDTF">2026-07-30T14:11:03Z</dcterms:created>
  <dcterms:modified xsi:type="dcterms:W3CDTF">2026-08-25T13:13:31Z</dcterms:modified>
</cp:coreProperties>
</file>